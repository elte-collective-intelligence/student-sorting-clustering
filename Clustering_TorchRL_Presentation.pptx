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7011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494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4178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99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79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05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485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4946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96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339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6151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856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Clustering Behavior in Multi-Agent Reinforcement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Multi-agent coordination is a fundamental challenge in reinforcement learning</a:t>
            </a:r>
          </a:p>
          <a:p>
            <a:r>
              <a:t>Emergent clustering appears in real-world collective systems</a:t>
            </a:r>
          </a:p>
          <a:p>
            <a:r>
              <a:t>Reinforcement learning enables cooperative behavior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 a custom multi-agent environment</a:t>
            </a:r>
          </a:p>
          <a:p>
            <a:r>
              <a:t>Train agents using PPO</a:t>
            </a:r>
          </a:p>
          <a:p>
            <a:r>
              <a:t>Ensure reproducibility and modular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Grid-based AntSorting environment</a:t>
            </a:r>
          </a:p>
          <a:p>
            <a:r>
              <a:t>Multiple agents act simultaneously</a:t>
            </a:r>
          </a:p>
          <a:p>
            <a:r>
              <a:t>Local observations and cooperative rewards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 Visualization</a:t>
            </a:r>
          </a:p>
        </p:txBody>
      </p:sp>
      <p:pic>
        <p:nvPicPr>
          <p:cNvPr id="3" name="Picture 2" descr="simulation_version_on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491" y="2082289"/>
            <a:ext cx="3729144" cy="37291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Perception</a:t>
            </a:r>
          </a:p>
        </p:txBody>
      </p:sp>
      <p:pic>
        <p:nvPicPr>
          <p:cNvPr id="3" name="Picture 2" descr="debug_vision_version_on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491" y="2026023"/>
            <a:ext cx="6580094" cy="32900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Pheromone-Based Dynamics</a:t>
            </a:r>
          </a:p>
        </p:txBody>
      </p:sp>
      <p:pic>
        <p:nvPicPr>
          <p:cNvPr id="3" name="Picture 2" descr="simulation_pheromon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491" y="1929715"/>
            <a:ext cx="4123765" cy="41237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Proximal Policy Optimization</a:t>
            </a:r>
          </a:p>
          <a:p>
            <a:r>
              <a:t>TorchRL framework</a:t>
            </a:r>
          </a:p>
          <a:p>
            <a:r>
              <a:t>Centralized training, decentralized execution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Reproducibility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Dockerized execution</a:t>
            </a:r>
          </a:p>
          <a:p>
            <a:r>
              <a:t>Version-pinned dependencies</a:t>
            </a:r>
          </a:p>
          <a:p>
            <a:r>
              <a:t>Hydra configuration management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 MARL pipeline implemented</a:t>
            </a:r>
          </a:p>
          <a:p>
            <a:r>
              <a:t>Emergent cooperative clustering achieved</a:t>
            </a:r>
          </a:p>
          <a:p>
            <a:r>
              <a:t>Fully reproducible experimental setup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2</TotalTime>
  <Words>97</Words>
  <Application>Microsoft Office PowerPoint</Application>
  <PresentationFormat>On-screen Show (4:3)</PresentationFormat>
  <Paragraphs>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Gallery</vt:lpstr>
      <vt:lpstr>Clustering Behavior in Multi-Agent Reinforcement Learning</vt:lpstr>
      <vt:lpstr>Motivation</vt:lpstr>
      <vt:lpstr>Project Goals</vt:lpstr>
      <vt:lpstr>Environment</vt:lpstr>
      <vt:lpstr>Environment Visualization</vt:lpstr>
      <vt:lpstr>Agent Perception</vt:lpstr>
      <vt:lpstr>Pheromone-Based Dynamics</vt:lpstr>
      <vt:lpstr>Learning Setup</vt:lpstr>
      <vt:lpstr>Reproducibility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Clustering Behavior in Multi-Agent Reinforcement Learning</dc:title>
  <dc:subject/>
  <dc:creator>Arron Pirku</dc:creator>
  <cp:keywords/>
  <dc:description>generated using python-pptx</dc:description>
  <cp:lastModifiedBy>Pirku Arron</cp:lastModifiedBy>
  <cp:revision>2</cp:revision>
  <dcterms:created xsi:type="dcterms:W3CDTF">2013-01-27T09:14:16Z</dcterms:created>
  <dcterms:modified xsi:type="dcterms:W3CDTF">2025-12-21T14:28:00Z</dcterms:modified>
  <cp:category/>
</cp:coreProperties>
</file>